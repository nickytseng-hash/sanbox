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1376-3C3A-4F6A-862E-38587DCBFA0D}" type="datetimeFigureOut">
              <a:rPr lang="zh-TW" altLang="en-US" smtClean="0"/>
              <a:t>2023/12/4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645A-7D0B-41EC-9ABE-08086F3666E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70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1376-3C3A-4F6A-862E-38587DCBFA0D}" type="datetimeFigureOut">
              <a:rPr lang="zh-TW" altLang="en-US" smtClean="0"/>
              <a:t>2023/12/4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645A-7D0B-41EC-9ABE-08086F3666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000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1376-3C3A-4F6A-862E-38587DCBFA0D}" type="datetimeFigureOut">
              <a:rPr lang="zh-TW" altLang="en-US" smtClean="0"/>
              <a:t>2023/12/4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645A-7D0B-41EC-9ABE-08086F3666E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840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1376-3C3A-4F6A-862E-38587DCBFA0D}" type="datetimeFigureOut">
              <a:rPr lang="zh-TW" altLang="en-US" smtClean="0"/>
              <a:t>2023/12/4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645A-7D0B-41EC-9ABE-08086F3666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92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1376-3C3A-4F6A-862E-38587DCBFA0D}" type="datetimeFigureOut">
              <a:rPr lang="zh-TW" altLang="en-US" smtClean="0"/>
              <a:t>2023/12/4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645A-7D0B-41EC-9ABE-08086F3666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4224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1376-3C3A-4F6A-862E-38587DCBFA0D}" type="datetimeFigureOut">
              <a:rPr lang="zh-TW" altLang="en-US" smtClean="0"/>
              <a:t>2023/12/4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645A-7D0B-41EC-9ABE-08086F3666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4747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1376-3C3A-4F6A-862E-38587DCBFA0D}" type="datetimeFigureOut">
              <a:rPr lang="zh-TW" altLang="en-US" smtClean="0"/>
              <a:t>2023/12/4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645A-7D0B-41EC-9ABE-08086F3666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4765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0BC1376-3C3A-4F6A-862E-38587DCBFA0D}" type="datetimeFigureOut">
              <a:rPr lang="zh-TW" altLang="en-US" smtClean="0"/>
              <a:t>2023/12/4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5A645A-7D0B-41EC-9ABE-08086F3666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4491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1376-3C3A-4F6A-862E-38587DCBFA0D}" type="datetimeFigureOut">
              <a:rPr lang="zh-TW" altLang="en-US" smtClean="0"/>
              <a:t>2023/12/4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645A-7D0B-41EC-9ABE-08086F3666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3226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1376-3C3A-4F6A-862E-38587DCBFA0D}" type="datetimeFigureOut">
              <a:rPr lang="zh-TW" altLang="en-US" smtClean="0"/>
              <a:t>2023/12/4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645A-7D0B-41EC-9ABE-08086F3666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048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1376-3C3A-4F6A-862E-38587DCBFA0D}" type="datetimeFigureOut">
              <a:rPr lang="zh-TW" altLang="en-US" smtClean="0"/>
              <a:t>2023/12/4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645A-7D0B-41EC-9ABE-08086F3666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214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0BC1376-3C3A-4F6A-862E-38587DCBFA0D}" type="datetimeFigureOut">
              <a:rPr lang="zh-TW" altLang="en-US" smtClean="0"/>
              <a:t>2023/12/4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C5A645A-7D0B-41EC-9ABE-08086F3666E4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017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learn.microsoft.com/zh-tw/microsoftteams/new-teams-desktop-adm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67D14F-FC69-456D-9F34-4C822DBF60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TEAMS</a:t>
            </a:r>
            <a:r>
              <a:rPr lang="zh-TW" altLang="en-US" dirty="0"/>
              <a:t>近期問題回報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C1CE76-2C7F-488C-8287-9B01B0D951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713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5CE104-78D6-4A07-93F8-ADE9C53B3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近期遇到</a:t>
            </a:r>
            <a:r>
              <a:rPr lang="en-US" altLang="zh-TW" dirty="0"/>
              <a:t>TEAMS</a:t>
            </a:r>
            <a:r>
              <a:rPr lang="zh-TW" altLang="en-US" dirty="0"/>
              <a:t>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DE9375-5119-469E-A1CE-E232833A6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帳號顯示已鎖定無法正常登入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TEAMS</a:t>
            </a:r>
            <a:r>
              <a:rPr lang="zh-TW" altLang="zh-TW" dirty="0"/>
              <a:t>無預警無法使用，跳出輸入密碼後依然還是無法登入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通訊錄無法直接找到聯絡人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zh-TW" dirty="0"/>
              <a:t>手機</a:t>
            </a:r>
            <a:r>
              <a:rPr lang="en-US" altLang="zh-TW" dirty="0"/>
              <a:t>TEAMS</a:t>
            </a:r>
            <a:r>
              <a:rPr lang="zh-TW" altLang="zh-TW" dirty="0"/>
              <a:t>傳圖檔，於</a:t>
            </a:r>
            <a:r>
              <a:rPr lang="en-US" altLang="zh-TW" dirty="0"/>
              <a:t>PC</a:t>
            </a:r>
            <a:r>
              <a:rPr lang="zh-TW" altLang="zh-TW" dirty="0"/>
              <a:t>版</a:t>
            </a:r>
            <a:r>
              <a:rPr lang="en-US" altLang="zh-TW" dirty="0"/>
              <a:t>APP</a:t>
            </a:r>
            <a:r>
              <a:rPr lang="zh-TW" altLang="zh-TW" dirty="0"/>
              <a:t>下載會被轉檔成</a:t>
            </a:r>
            <a:r>
              <a:rPr lang="en-US" altLang="zh-TW" dirty="0" err="1"/>
              <a:t>jfif</a:t>
            </a:r>
            <a:r>
              <a:rPr lang="zh-TW" altLang="zh-TW" dirty="0"/>
              <a:t>檔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zh-TW" dirty="0"/>
              <a:t>複製包含超連結表格會無法傳送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zh-TW" dirty="0"/>
              <a:t>團隊聊天室視窗會有閃爍問題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TEAMS</a:t>
            </a:r>
            <a:r>
              <a:rPr lang="zh-TW" altLang="en-US" dirty="0"/>
              <a:t>搜尋名稱顯示異常</a:t>
            </a:r>
          </a:p>
        </p:txBody>
      </p:sp>
    </p:spTree>
    <p:extLst>
      <p:ext uri="{BB962C8B-B14F-4D97-AF65-F5344CB8AC3E}">
        <p14:creationId xmlns:p14="http://schemas.microsoft.com/office/powerpoint/2010/main" val="333911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99E592-1BE5-4CEC-BD07-0337CCC6F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微軟回覆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0B2369-1610-4E7E-B6DB-70F72F6BD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800" b="1" dirty="0">
                <a:effectLst/>
                <a:latin typeface="Calibri" panose="020F0502020204030204" pitchFamily="34" charset="0"/>
                <a:ea typeface="新細明體" panose="02020500000000000000" pitchFamily="18" charset="-120"/>
              </a:rPr>
              <a:t>NEW</a:t>
            </a:r>
            <a:r>
              <a:rPr lang="zh-TW" altLang="en-US" sz="1800" b="1" dirty="0">
                <a:effectLst/>
                <a:latin typeface="Calibri" panose="020F050202020403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1800" b="1" dirty="0">
                <a:effectLst/>
                <a:latin typeface="Calibri" panose="020F0502020204030204" pitchFamily="34" charset="0"/>
                <a:ea typeface="新細明體" panose="02020500000000000000" pitchFamily="18" charset="-120"/>
              </a:rPr>
              <a:t>Teams </a:t>
            </a:r>
            <a:r>
              <a:rPr lang="zh-TW" altLang="zh-TW" sz="1800" b="1" dirty="0">
                <a:effectLst/>
                <a:ea typeface="微軟正黑體" panose="020B0604030504040204" pitchFamily="34" charset="-120"/>
                <a:cs typeface="新細明體" panose="02020500000000000000" pitchFamily="18" charset="-120"/>
              </a:rPr>
              <a:t>和傳統版在磨合期</a:t>
            </a:r>
            <a:r>
              <a:rPr lang="zh-TW" altLang="zh-TW" sz="1800" b="1" dirty="0">
                <a:effectLst/>
                <a:ea typeface="微軟正黑體" panose="020B0604030504040204" pitchFamily="34" charset="-120"/>
                <a:cs typeface="Calibri" panose="020F0502020204030204" pitchFamily="34" charset="0"/>
              </a:rPr>
              <a:t>的階段當中可能會到明年的</a:t>
            </a:r>
            <a:r>
              <a:rPr lang="en-US" altLang="zh-TW" sz="1800" b="1" dirty="0">
                <a:effectLst/>
                <a:ea typeface="微軟正黑體" panose="020B0604030504040204" pitchFamily="34" charset="-120"/>
                <a:cs typeface="Calibri" panose="020F0502020204030204" pitchFamily="34" charset="0"/>
              </a:rPr>
              <a:t>3</a:t>
            </a:r>
            <a:r>
              <a:rPr lang="zh-TW" altLang="zh-TW" sz="1800" b="1" dirty="0">
                <a:effectLst/>
                <a:ea typeface="微軟正黑體" panose="020B0604030504040204" pitchFamily="34" charset="-120"/>
                <a:cs typeface="Calibri" panose="020F0502020204030204" pitchFamily="34" charset="0"/>
              </a:rPr>
              <a:t>月，</a:t>
            </a:r>
            <a:r>
              <a:rPr lang="zh-TW" altLang="zh-TW" sz="1800" b="1" dirty="0">
                <a:effectLst/>
                <a:ea typeface="微軟正黑體" panose="020B0604030504040204" pitchFamily="34" charset="-120"/>
                <a:cs typeface="新細明體" panose="02020500000000000000" pitchFamily="18" charset="-120"/>
              </a:rPr>
              <a:t>在這期間的異常如有對您造成不便，望請您海涵！</a:t>
            </a:r>
            <a:endParaRPr lang="en-US" altLang="zh-TW" sz="1800" b="1" dirty="0">
              <a:effectLst/>
              <a:ea typeface="微軟正黑體" panose="020B0604030504040204" pitchFamily="34" charset="-120"/>
              <a:cs typeface="新細明體" panose="02020500000000000000" pitchFamily="18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12DE16A-8565-488D-88DD-4BB6D61A0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014" y="4588081"/>
            <a:ext cx="7974259" cy="99983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D002BA2-3B40-4A29-B923-391885601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014" y="2551100"/>
            <a:ext cx="7041490" cy="17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4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D5F3EC-5304-404E-B2B6-932CB05CD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TEAMS</a:t>
            </a:r>
            <a:r>
              <a:rPr lang="zh-TW" altLang="en-US" dirty="0"/>
              <a:t>更新時程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6C4160-778D-45F8-97FF-6D1E1AFEA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TW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微軟正黑體" panose="020B0604030504040204" pitchFamily="34" charset="-120"/>
                <a:hlinkClick r:id="rId2"/>
              </a:rPr>
              <a:t>新的</a:t>
            </a:r>
            <a:r>
              <a:rPr lang="zh-CN" altLang="zh-TW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hlinkClick r:id="rId2"/>
              </a:rPr>
              <a:t> </a:t>
            </a:r>
            <a:r>
              <a:rPr lang="en-US" altLang="zh-TW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hlinkClick r:id="rId2"/>
              </a:rPr>
              <a:t>Microsoft Teams </a:t>
            </a:r>
            <a:r>
              <a:rPr lang="zh-CN" altLang="zh-TW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微軟正黑體" panose="020B0604030504040204" pitchFamily="34" charset="-120"/>
                <a:hlinkClick r:id="rId2"/>
              </a:rPr>
              <a:t>桌面用戶端</a:t>
            </a:r>
            <a:r>
              <a:rPr lang="en-US" altLang="zh-TW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hlinkClick r:id="rId2"/>
              </a:rPr>
              <a:t> - Microsoft Teams | Microsoft Learn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EA431DC-966F-49E6-BCB3-5C3C090A6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951" y="2336737"/>
            <a:ext cx="6040320" cy="265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5816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185</TotalTime>
  <Words>127</Words>
  <Application>Microsoft Office PowerPoint</Application>
  <PresentationFormat>寬螢幕</PresentationFormat>
  <Paragraphs>13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回顧</vt:lpstr>
      <vt:lpstr>TEAMS近期問題回報</vt:lpstr>
      <vt:lpstr>近期遇到TEAMS問題</vt:lpstr>
      <vt:lpstr>微軟回覆</vt:lpstr>
      <vt:lpstr>TEAMS更新時程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TEAMS狀況回報</dc:title>
  <dc:creator>Nicky Tseng(曾平豪)</dc:creator>
  <cp:lastModifiedBy>Nicky Tseng(曾平豪)</cp:lastModifiedBy>
  <cp:revision>8</cp:revision>
  <dcterms:created xsi:type="dcterms:W3CDTF">2023-12-04T03:18:03Z</dcterms:created>
  <dcterms:modified xsi:type="dcterms:W3CDTF">2023-12-04T06:23:41Z</dcterms:modified>
</cp:coreProperties>
</file>