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59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12BF20-F751-4B52-9E21-B1B3331BCBBE}" type="datetimeFigureOut">
              <a:rPr lang="zh-TW" altLang="en-US" smtClean="0"/>
              <a:t>2024/4/23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848117-C415-4D42-8534-B856C84DBC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48906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7C5CF-5498-43A0-9BA0-2FF1CBD4440F}" type="datetimeFigureOut">
              <a:rPr lang="zh-TW" altLang="en-US" smtClean="0"/>
              <a:t>2024/4/23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0CADA1-E897-42EA-A3B3-F9F701691D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002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91978" y="1127768"/>
            <a:ext cx="9144000" cy="1006475"/>
          </a:xfrm>
        </p:spPr>
        <p:txBody>
          <a:bodyPr anchor="b">
            <a:normAutofit/>
          </a:bodyPr>
          <a:lstStyle>
            <a:lvl1pPr algn="l">
              <a:defRPr sz="52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91978" y="2601697"/>
            <a:ext cx="7842422" cy="467454"/>
          </a:xfrm>
        </p:spPr>
        <p:txBody>
          <a:bodyPr/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780535" y="4835525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4E1C445B-CDA0-4E8C-A6F6-CA17CBD8FBAF}" type="datetime1">
              <a:rPr lang="zh-TW" altLang="en-US" smtClean="0"/>
              <a:t>2024/4/23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43723458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0A838-6D08-4BAA-9955-37364F33928B}" type="datetime1">
              <a:rPr lang="zh-TW" altLang="en-US" smtClean="0"/>
              <a:t>2024/4/23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51BFD-C404-4E3B-93A0-5C2EF527EF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33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A97C9-EDD6-4DEC-88F7-F3D16ECB0382}" type="datetime1">
              <a:rPr lang="zh-TW" altLang="en-US" smtClean="0"/>
              <a:t>2024/4/23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51BFD-C404-4E3B-93A0-5C2EF527EF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9790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C9DDD-735F-4C35-BFD7-909C545CCB73}" type="datetime1">
              <a:rPr lang="zh-TW" altLang="en-US" smtClean="0"/>
              <a:t>2024/4/23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51BFD-C404-4E3B-93A0-5C2EF527EF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2882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9D731-90A7-4DB8-8904-1589AAABBF46}" type="datetime1">
              <a:rPr lang="zh-TW" altLang="en-US" smtClean="0"/>
              <a:t>2024/4/23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51BFD-C404-4E3B-93A0-5C2EF527EF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4811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2622293"/>
            <a:ext cx="10515600" cy="1325563"/>
          </a:xfrm>
        </p:spPr>
        <p:txBody>
          <a:bodyPr>
            <a:normAutofit/>
          </a:bodyPr>
          <a:lstStyle>
            <a:lvl1pPr>
              <a:defRPr sz="40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145268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9253151" y="6166880"/>
            <a:ext cx="2743200" cy="36512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FE051BFD-C404-4E3B-93A0-5C2EF527EFB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8184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CD95-65C8-4C35-864B-5027FCD37397}" type="datetime1">
              <a:rPr lang="zh-TW" altLang="en-US" smtClean="0"/>
              <a:t>2024/4/23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51BFD-C404-4E3B-93A0-5C2EF527EF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9028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DBC2-22B8-4BB0-AFEB-6BD03B327737}" type="datetime1">
              <a:rPr lang="zh-TW" altLang="en-US" smtClean="0"/>
              <a:t>2024/4/23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51BFD-C404-4E3B-93A0-5C2EF527EF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6225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79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A4031-F4FA-48DA-B574-93A22380D46F}" type="datetime1">
              <a:rPr lang="zh-TW" altLang="en-US" smtClean="0"/>
              <a:t>2024/4/23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51BFD-C404-4E3B-93A0-5C2EF527EF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1359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3B6BC0-5DCE-4001-834D-27E7B316377D}" type="datetime1">
              <a:rPr lang="zh-TW" altLang="en-US" smtClean="0"/>
              <a:t>2024/4/23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051BFD-C404-4E3B-93A0-5C2EF527EF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3029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O365</a:t>
            </a:r>
            <a:r>
              <a:rPr lang="zh-TW" altLang="en-US" dirty="0"/>
              <a:t>二階段驗證啟用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780535" y="4918652"/>
            <a:ext cx="2743200" cy="365125"/>
          </a:xfrm>
        </p:spPr>
        <p:txBody>
          <a:bodyPr/>
          <a:lstStyle/>
          <a:p>
            <a:fld id="{40342754-630A-4820-BCA4-038E77F6289E}" type="datetime1">
              <a:rPr lang="zh-TW" altLang="en-US" smtClean="0"/>
              <a:t>2024/4/23</a:t>
            </a:fld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780535" y="4463935"/>
            <a:ext cx="3658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簡報人</a:t>
            </a:r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曾平豪</a:t>
            </a:r>
          </a:p>
        </p:txBody>
      </p:sp>
    </p:spTree>
    <p:extLst>
      <p:ext uri="{BB962C8B-B14F-4D97-AF65-F5344CB8AC3E}">
        <p14:creationId xmlns:p14="http://schemas.microsoft.com/office/powerpoint/2010/main" val="529053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51BFD-C404-4E3B-93A0-5C2EF527EFB0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C1B49CE-D17E-4D47-82E5-BF36589477EA}"/>
              </a:ext>
            </a:extLst>
          </p:cNvPr>
          <p:cNvSpPr txBox="1"/>
          <p:nvPr/>
        </p:nvSpPr>
        <p:spPr>
          <a:xfrm>
            <a:off x="2772833" y="2782669"/>
            <a:ext cx="6646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00"/>
                </a:solidFill>
                <a:latin typeface="Verdana" panose="020B0604030504040204" pitchFamily="34" charset="0"/>
                <a:ea typeface="微軟正黑體" panose="020B0604030504040204" pitchFamily="34" charset="-120"/>
              </a:rPr>
              <a:t>O365</a:t>
            </a:r>
            <a:r>
              <a:rPr lang="zh-TW" altLang="en-US" sz="36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兩步驟驗證啟用前準備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345693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72AB854-C865-488D-8451-CDEFF3A36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51BFD-C404-4E3B-93A0-5C2EF527EFB0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A33E0F7-D439-458D-9BD2-D5B5687E320C}"/>
              </a:ext>
            </a:extLst>
          </p:cNvPr>
          <p:cNvSpPr txBox="1"/>
          <p:nvPr/>
        </p:nvSpPr>
        <p:spPr>
          <a:xfrm>
            <a:off x="1358900" y="1039158"/>
            <a:ext cx="89704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0" i="0" u="none" strike="noStrike" baseline="0" dirty="0">
                <a:solidFill>
                  <a:srgbClr val="000000"/>
                </a:solidFill>
                <a:latin typeface="Verdana" panose="020B0604030504040204" pitchFamily="34" charset="0"/>
              </a:rPr>
              <a:t>1</a:t>
            </a:r>
            <a:r>
              <a:rPr lang="zh-TW" altLang="en-US" sz="2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、需使用</a:t>
            </a:r>
            <a:r>
              <a:rPr lang="en-US" altLang="zh-TW" sz="2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O365</a:t>
            </a:r>
            <a:r>
              <a:rPr lang="zh-TW" altLang="en-US" sz="2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帳號進行啟用兩段式驗證。</a:t>
            </a:r>
          </a:p>
          <a:p>
            <a:r>
              <a:rPr lang="en-US" altLang="zh-TW" sz="2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2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、需具有一台可上網行動設備可做為二次驗證設備使用。</a:t>
            </a:r>
          </a:p>
          <a:p>
            <a:r>
              <a:rPr lang="en-US" altLang="zh-TW" sz="2400" dirty="0">
                <a:solidFill>
                  <a:srgbClr val="000000"/>
                </a:solidFill>
                <a:latin typeface="Verdana" panose="020B0604030504040204" pitchFamily="34" charset="0"/>
                <a:ea typeface="微軟正黑體" panose="020B0604030504040204" pitchFamily="34" charset="-120"/>
              </a:rPr>
              <a:t>3</a:t>
            </a:r>
            <a:r>
              <a:rPr lang="zh-TW" altLang="en-US" sz="2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、安裝</a:t>
            </a:r>
            <a:r>
              <a:rPr lang="en-US" altLang="zh-TW" sz="2400" b="0" i="0" u="none" strike="noStrike" baseline="0" dirty="0" err="1">
                <a:solidFill>
                  <a:srgbClr val="000000"/>
                </a:solidFill>
                <a:latin typeface="Verdana" panose="020B0604030504040204" pitchFamily="34" charset="0"/>
                <a:ea typeface="微軟正黑體" panose="020B0604030504040204" pitchFamily="34" charset="-120"/>
              </a:rPr>
              <a:t>microsoft</a:t>
            </a:r>
            <a:r>
              <a:rPr lang="en-US" altLang="zh-TW" sz="2400" b="0" i="0" u="none" strike="noStrike" baseline="0" dirty="0">
                <a:solidFill>
                  <a:srgbClr val="000000"/>
                </a:solidFill>
                <a:latin typeface="Verdana" panose="020B0604030504040204" pitchFamily="34" charset="0"/>
                <a:ea typeface="微軟正黑體" panose="020B0604030504040204" pitchFamily="34" charset="-120"/>
              </a:rPr>
              <a:t> </a:t>
            </a:r>
            <a:r>
              <a:rPr lang="en-US" altLang="zh-TW" sz="2400" b="0" i="0" u="none" strike="noStrike" baseline="0" dirty="0" err="1">
                <a:solidFill>
                  <a:srgbClr val="000000"/>
                </a:solidFill>
                <a:latin typeface="Verdana" panose="020B0604030504040204" pitchFamily="34" charset="0"/>
                <a:ea typeface="微軟正黑體" panose="020B0604030504040204" pitchFamily="34" charset="-120"/>
              </a:rPr>
              <a:t>authenticatorAPP</a:t>
            </a:r>
            <a:r>
              <a:rPr lang="zh-TW" altLang="en-US" sz="2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作為二次驗證</a:t>
            </a:r>
            <a:r>
              <a:rPr lang="en-US" altLang="zh-TW" sz="2400" b="0" i="0" u="none" strike="noStrike" baseline="0" dirty="0">
                <a:solidFill>
                  <a:srgbClr val="000000"/>
                </a:solidFill>
                <a:latin typeface="Verdana" panose="020B0604030504040204" pitchFamily="34" charset="0"/>
                <a:ea typeface="微軟正黑體" panose="020B0604030504040204" pitchFamily="34" charset="-120"/>
              </a:rPr>
              <a:t>OTP</a:t>
            </a:r>
            <a:endParaRPr lang="zh-TW" altLang="en-US" sz="24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FC61BD0-CD6C-4ACD-9D2D-AD8DFB281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00" y="3263316"/>
            <a:ext cx="5901968" cy="102081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8BF40B0-93AD-47CF-9EAE-6CEF288164E8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" b="70074"/>
          <a:stretch/>
        </p:blipFill>
        <p:spPr bwMode="auto">
          <a:xfrm>
            <a:off x="7487850" y="2760990"/>
            <a:ext cx="4018350" cy="25929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8184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2E666A4-C0B1-4DD9-A71F-15305FFC6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51BFD-C404-4E3B-93A0-5C2EF527EFB0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B8282D7-05FD-4290-916C-76CF78B1EB47}"/>
              </a:ext>
            </a:extLst>
          </p:cNvPr>
          <p:cNvSpPr txBox="1"/>
          <p:nvPr/>
        </p:nvSpPr>
        <p:spPr>
          <a:xfrm>
            <a:off x="3200401" y="2782669"/>
            <a:ext cx="6587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啟用</a:t>
            </a:r>
            <a:r>
              <a:rPr lang="en-US" altLang="zh-TW" sz="3600" dirty="0">
                <a:solidFill>
                  <a:srgbClr val="000000"/>
                </a:solidFill>
                <a:latin typeface="Verdana" panose="020B0604030504040204" pitchFamily="34" charset="0"/>
                <a:ea typeface="微軟正黑體" panose="020B0604030504040204" pitchFamily="34" charset="-120"/>
              </a:rPr>
              <a:t>O365</a:t>
            </a:r>
            <a:r>
              <a:rPr lang="zh-TW" altLang="en-US" sz="36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兩步驟驗證步驟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331417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A6B9D5E-58E1-44A3-922C-CEFD4E222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51BFD-C404-4E3B-93A0-5C2EF527EFB0}" type="slidenum">
              <a:rPr lang="zh-TW" altLang="en-US" smtClean="0"/>
              <a:pPr/>
              <a:t>5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1ED0D31-1BFD-45E5-BB6F-801DA433464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843" y="2572067"/>
            <a:ext cx="3299459" cy="2933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2D3ECE46-94BB-47D3-96D2-2F5D0CA1BCC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616285" y="2572067"/>
            <a:ext cx="3299460" cy="293306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D0C45AC-9F66-4230-86AF-27A23D8EFE9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732449" y="2534708"/>
            <a:ext cx="3093085" cy="2889250"/>
          </a:xfrm>
          <a:prstGeom prst="rect">
            <a:avLst/>
          </a:prstGeom>
        </p:spPr>
      </p:pic>
      <p:sp>
        <p:nvSpPr>
          <p:cNvPr id="6" name="箭號: 向右 5">
            <a:extLst>
              <a:ext uri="{FF2B5EF4-FFF2-40B4-BE49-F238E27FC236}">
                <a16:creationId xmlns:a16="http://schemas.microsoft.com/office/drawing/2014/main" id="{04EC08C5-9497-4781-BB0B-B7096037821D}"/>
              </a:ext>
            </a:extLst>
          </p:cNvPr>
          <p:cNvSpPr/>
          <p:nvPr/>
        </p:nvSpPr>
        <p:spPr>
          <a:xfrm>
            <a:off x="3953933" y="3784600"/>
            <a:ext cx="508000" cy="3894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69904F54-F20D-4B31-B02E-64FC0DD68798}"/>
              </a:ext>
            </a:extLst>
          </p:cNvPr>
          <p:cNvSpPr/>
          <p:nvPr/>
        </p:nvSpPr>
        <p:spPr>
          <a:xfrm>
            <a:off x="8070097" y="3742266"/>
            <a:ext cx="508000" cy="3894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46A4D2C-FD15-40CF-BEC1-2D7AF2D256AD}"/>
              </a:ext>
            </a:extLst>
          </p:cNvPr>
          <p:cNvSpPr txBox="1"/>
          <p:nvPr/>
        </p:nvSpPr>
        <p:spPr>
          <a:xfrm>
            <a:off x="488843" y="1092610"/>
            <a:ext cx="10185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1.</a:t>
            </a:r>
            <a:r>
              <a:rPr lang="zh-TW" altLang="en-US" sz="2400" dirty="0"/>
              <a:t>登入</a:t>
            </a:r>
            <a:r>
              <a:rPr lang="en-US" altLang="zh-TW" sz="2400" dirty="0"/>
              <a:t>O365</a:t>
            </a:r>
            <a:r>
              <a:rPr lang="zh-TW" altLang="en-US" sz="2400" dirty="0"/>
              <a:t>帳密後跳出二階段驗證視窗，按下一步後跳出</a:t>
            </a:r>
            <a:r>
              <a:rPr lang="en-US" altLang="zh-TW" sz="2400" dirty="0"/>
              <a:t>QRCODE</a:t>
            </a:r>
            <a:r>
              <a:rPr lang="zh-TW" altLang="en-US" sz="2400" dirty="0"/>
              <a:t>代碼</a:t>
            </a:r>
            <a:endParaRPr lang="en-US" altLang="zh-TW" sz="24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69783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07FC5ED-9D78-44E5-B570-23BE48831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51BFD-C404-4E3B-93A0-5C2EF527EFB0}" type="slidenum">
              <a:rPr lang="zh-TW" altLang="en-US" smtClean="0"/>
              <a:pPr/>
              <a:t>6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5AC90E3-56B2-4791-9561-8F4261B8DE7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719" y="2023533"/>
            <a:ext cx="2208213" cy="4143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D3740D6E-0CE3-4D6B-8BCB-420736A70E75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8538" b="58254"/>
          <a:stretch/>
        </p:blipFill>
        <p:spPr bwMode="auto">
          <a:xfrm>
            <a:off x="7636933" y="2378498"/>
            <a:ext cx="2925480" cy="265916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箭號: 向右 6">
            <a:extLst>
              <a:ext uri="{FF2B5EF4-FFF2-40B4-BE49-F238E27FC236}">
                <a16:creationId xmlns:a16="http://schemas.microsoft.com/office/drawing/2014/main" id="{10082CBA-FFA6-4E45-BA9A-075A7BDEA7F7}"/>
              </a:ext>
            </a:extLst>
          </p:cNvPr>
          <p:cNvSpPr/>
          <p:nvPr/>
        </p:nvSpPr>
        <p:spPr>
          <a:xfrm>
            <a:off x="3347445" y="3767667"/>
            <a:ext cx="508000" cy="3894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50EDF0BE-8B22-42AC-942E-9A066C045E03}"/>
              </a:ext>
            </a:extLst>
          </p:cNvPr>
          <p:cNvSpPr/>
          <p:nvPr/>
        </p:nvSpPr>
        <p:spPr>
          <a:xfrm>
            <a:off x="6719419" y="3767666"/>
            <a:ext cx="508000" cy="3894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ACE9C58-1329-4036-920C-F95E7AF3E923}"/>
              </a:ext>
            </a:extLst>
          </p:cNvPr>
          <p:cNvSpPr txBox="1"/>
          <p:nvPr/>
        </p:nvSpPr>
        <p:spPr>
          <a:xfrm>
            <a:off x="729719" y="997261"/>
            <a:ext cx="1018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2.</a:t>
            </a:r>
            <a:r>
              <a:rPr lang="zh-TW" altLang="en-US" sz="2400" dirty="0"/>
              <a:t> 手機下載</a:t>
            </a:r>
            <a:r>
              <a:rPr lang="en-US" altLang="zh-TW" sz="24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Microsoft Authenticator</a:t>
            </a:r>
            <a:r>
              <a:rPr lang="zh-TW" altLang="en-US" sz="24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altLang="zh-TW" sz="24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APP</a:t>
            </a:r>
            <a:r>
              <a:rPr lang="zh-TW" altLang="en-US" sz="24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後開啟，點選已驗證識別碼，掃描二階段驗證</a:t>
            </a:r>
            <a:r>
              <a:rPr lang="en-US" altLang="zh-TW" sz="24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QRCODE</a:t>
            </a:r>
            <a:r>
              <a:rPr lang="zh-TW" altLang="en-US" sz="24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。</a:t>
            </a:r>
            <a:endParaRPr lang="en-US" altLang="zh-TW" sz="240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7194D8B7-7B0E-4E01-BB54-5ED51F334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5457" y="2023532"/>
            <a:ext cx="1914448" cy="414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920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48ECC7B-5823-4419-8CDA-A983A520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51BFD-C404-4E3B-93A0-5C2EF527EFB0}" type="slidenum">
              <a:rPr lang="zh-TW" altLang="en-US" smtClean="0"/>
              <a:pPr/>
              <a:t>7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57B5182-3828-4428-AEE6-418242F2F33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82518" y="2490153"/>
            <a:ext cx="3415348" cy="294819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E4BC158B-240A-41B7-87A7-36498795DB7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678" y="1851448"/>
            <a:ext cx="1896110" cy="4103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86BE5F9-003F-41C1-AE51-AADF005AA48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4134" y="2349976"/>
            <a:ext cx="3415348" cy="322855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箭號: 向右 5">
            <a:extLst>
              <a:ext uri="{FF2B5EF4-FFF2-40B4-BE49-F238E27FC236}">
                <a16:creationId xmlns:a16="http://schemas.microsoft.com/office/drawing/2014/main" id="{9D131E79-7B73-433D-B2EB-45F49290482D}"/>
              </a:ext>
            </a:extLst>
          </p:cNvPr>
          <p:cNvSpPr/>
          <p:nvPr/>
        </p:nvSpPr>
        <p:spPr>
          <a:xfrm>
            <a:off x="4275772" y="3769518"/>
            <a:ext cx="508000" cy="3894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200B027B-458B-47EA-B402-68728FFF93AE}"/>
              </a:ext>
            </a:extLst>
          </p:cNvPr>
          <p:cNvSpPr/>
          <p:nvPr/>
        </p:nvSpPr>
        <p:spPr>
          <a:xfrm>
            <a:off x="7292911" y="3708399"/>
            <a:ext cx="508000" cy="3894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2C68EDA-DF27-4B52-843B-315FC49B0B2C}"/>
              </a:ext>
            </a:extLst>
          </p:cNvPr>
          <p:cNvSpPr txBox="1"/>
          <p:nvPr/>
        </p:nvSpPr>
        <p:spPr>
          <a:xfrm>
            <a:off x="729719" y="997261"/>
            <a:ext cx="1018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3.</a:t>
            </a:r>
            <a:r>
              <a:rPr lang="zh-TW" altLang="en-US" sz="2400" dirty="0"/>
              <a:t> 掃描完畢網頁會跳出驗證數字，將對應的數字輸入</a:t>
            </a:r>
            <a:r>
              <a:rPr lang="en-US" altLang="zh-TW" sz="2400" dirty="0"/>
              <a:t>APP</a:t>
            </a:r>
            <a:r>
              <a:rPr lang="zh-TW" altLang="en-US" sz="2400" dirty="0"/>
              <a:t>，確認核准後點擊下一步</a:t>
            </a:r>
            <a:r>
              <a:rPr lang="zh-TW" altLang="en-US" sz="24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。</a:t>
            </a:r>
            <a:endParaRPr lang="en-US" altLang="zh-TW" sz="240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311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67699FA-0B93-4776-A1FF-26D700128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51BFD-C404-4E3B-93A0-5C2EF527EFB0}" type="slidenum">
              <a:rPr lang="zh-TW" altLang="en-US" smtClean="0"/>
              <a:pPr/>
              <a:t>8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4963C18-5F00-428C-92FD-97D538F1DC0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719" y="2406861"/>
            <a:ext cx="3194685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4C34B67-8B1F-4E71-9ABB-EE6E9FA185D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065500" y="1965112"/>
            <a:ext cx="2654935" cy="382524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8353DAE-AD65-4549-8D14-ADB318137A49}"/>
              </a:ext>
            </a:extLst>
          </p:cNvPr>
          <p:cNvSpPr txBox="1"/>
          <p:nvPr/>
        </p:nvSpPr>
        <p:spPr>
          <a:xfrm>
            <a:off x="729719" y="997261"/>
            <a:ext cx="1018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4.</a:t>
            </a:r>
            <a:r>
              <a:rPr lang="zh-TW" altLang="en-US" sz="2400" dirty="0"/>
              <a:t> 點擊完成後，</a:t>
            </a:r>
            <a:r>
              <a:rPr lang="en-US" altLang="zh-TW" sz="2400" dirty="0"/>
              <a:t>APP</a:t>
            </a:r>
            <a:r>
              <a:rPr lang="zh-TW" altLang="en-US" sz="2400" dirty="0"/>
              <a:t>會條列出對應公司及帳號，點入後可看到相關資訊及後欲登入使用的驗證碼，之後做二次驗證登入對應使用</a:t>
            </a:r>
            <a:r>
              <a:rPr lang="zh-TW" altLang="en-US" sz="24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。</a:t>
            </a:r>
            <a:endParaRPr lang="en-US" altLang="zh-TW" sz="240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A7EC8D2E-410E-44D1-9717-0929A420FD3F}"/>
              </a:ext>
            </a:extLst>
          </p:cNvPr>
          <p:cNvSpPr/>
          <p:nvPr/>
        </p:nvSpPr>
        <p:spPr>
          <a:xfrm>
            <a:off x="4039711" y="3682999"/>
            <a:ext cx="508000" cy="3894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4218E0D4-07DE-4F5D-AEA3-8CAC6589695A}"/>
              </a:ext>
            </a:extLst>
          </p:cNvPr>
          <p:cNvSpPr/>
          <p:nvPr/>
        </p:nvSpPr>
        <p:spPr>
          <a:xfrm>
            <a:off x="8238225" y="3682999"/>
            <a:ext cx="508000" cy="3894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991D8B3-FF77-4A92-913E-BB4ADF9935F0}"/>
              </a:ext>
            </a:extLst>
          </p:cNvPr>
          <p:cNvPicPr/>
          <p:nvPr/>
        </p:nvPicPr>
        <p:blipFill rotWithShape="1">
          <a:blip r:embed="rId4"/>
          <a:srcRect l="-1" r="-21" b="32102"/>
          <a:stretch/>
        </p:blipFill>
        <p:spPr>
          <a:xfrm>
            <a:off x="8991600" y="2066714"/>
            <a:ext cx="2556933" cy="349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306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0736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175</Words>
  <Application>Microsoft Office PowerPoint</Application>
  <PresentationFormat>寬螢幕</PresentationFormat>
  <Paragraphs>19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微軟正黑體</vt:lpstr>
      <vt:lpstr>Arial</vt:lpstr>
      <vt:lpstr>Calibri</vt:lpstr>
      <vt:lpstr>Calibri Light</vt:lpstr>
      <vt:lpstr>Segoe UI</vt:lpstr>
      <vt:lpstr>Verdana</vt:lpstr>
      <vt:lpstr>Office 佈景主題</vt:lpstr>
      <vt:lpstr>O365二階段驗證啟用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Cindy Lin(林孟慧)</dc:creator>
  <cp:lastModifiedBy>Nicky Tseng(曾平豪)</cp:lastModifiedBy>
  <cp:revision>13</cp:revision>
  <dcterms:created xsi:type="dcterms:W3CDTF">2021-08-10T02:53:02Z</dcterms:created>
  <dcterms:modified xsi:type="dcterms:W3CDTF">2024-04-23T09:59:15Z</dcterms:modified>
</cp:coreProperties>
</file>