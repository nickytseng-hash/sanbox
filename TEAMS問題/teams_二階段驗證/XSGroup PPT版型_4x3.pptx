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4" d="100"/>
          <a:sy n="84" d="100"/>
        </p:scale>
        <p:origin x="108" y="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F4362A-61A8-49D0-92CE-3B6C0CD2281B}" type="datetimeFigureOut">
              <a:rPr lang="zh-TW" altLang="en-US" smtClean="0"/>
              <a:t>2021/10/7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7E4E6E-4E98-4FD0-9D93-E3E50368264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236301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" y="0"/>
            <a:ext cx="914197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8650" y="1334530"/>
            <a:ext cx="7287912" cy="804563"/>
          </a:xfrm>
        </p:spPr>
        <p:txBody>
          <a:bodyPr anchor="b">
            <a:noAutofit/>
          </a:bodyPr>
          <a:lstStyle>
            <a:lvl1pPr algn="l">
              <a:defRPr sz="520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dirty="0" smtClean="0"/>
              <a:t>按一下以編輯母片標題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8650" y="2667066"/>
            <a:ext cx="6858000" cy="537453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dirty="0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5407851"/>
            <a:ext cx="20574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FEB6D765-3F84-47AC-8C5E-19820F21065A}" type="datetime1">
              <a:rPr lang="zh-TW" altLang="en-US" smtClean="0"/>
              <a:t>2021/10/7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61298803"/>
      </p:ext>
    </p:extLst>
  </p:cSld>
  <p:clrMapOvr>
    <a:masterClrMapping/>
  </p:clrMapOvr>
  <p:timing>
    <p:tnLst>
      <p:par>
        <p:cTn id="1" dur="indefinite" restart="never" nodeType="tmRoot"/>
      </p:par>
    </p:tnLst>
  </p:timing>
  <p:hf sldNum="0"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AB22B-F78A-4B79-9C5F-3FB500F249A2}" type="datetime1">
              <a:rPr lang="zh-TW" altLang="en-US" smtClean="0"/>
              <a:t>2021/10/7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3CF5A-C9FB-4C54-80FE-80C82AC7D97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0891290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55F90-1F9E-4B96-B83D-88AEAC675153}" type="datetime1">
              <a:rPr lang="zh-TW" altLang="en-US" smtClean="0"/>
              <a:t>2021/10/7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3CF5A-C9FB-4C54-80FE-80C82AC7D97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8368660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45223-E517-41DA-B19E-2F304789321B}" type="datetime1">
              <a:rPr lang="zh-TW" altLang="en-US" smtClean="0"/>
              <a:t>2021/10/7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3CF5A-C9FB-4C54-80FE-80C82AC7D97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4758839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A1977-E3F6-44B3-A197-E1CF2FC5E282}" type="datetime1">
              <a:rPr lang="zh-TW" altLang="en-US" smtClean="0"/>
              <a:t>2021/10/7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3CF5A-C9FB-4C54-80FE-80C82AC7D97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316217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" y="0"/>
            <a:ext cx="914197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515394"/>
            <a:ext cx="7886700" cy="1325563"/>
          </a:xfrm>
        </p:spPr>
        <p:txBody>
          <a:bodyPr>
            <a:normAutofit/>
          </a:bodyPr>
          <a:lstStyle>
            <a:lvl1pPr>
              <a:defRPr sz="4000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175627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" y="0"/>
            <a:ext cx="9141970" cy="68580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009885" y="6150405"/>
            <a:ext cx="20574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063CF5A-C9FB-4C54-80FE-80C82AC7D97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05340331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FB333-078A-47E9-9F80-5D2CFF1F60C1}" type="datetime1">
              <a:rPr lang="zh-TW" altLang="en-US" smtClean="0"/>
              <a:t>2021/10/7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3CF5A-C9FB-4C54-80FE-80C82AC7D97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688029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F3837-DE1D-435D-A926-00CACB23795E}" type="datetime1">
              <a:rPr lang="zh-TW" altLang="en-US" smtClean="0"/>
              <a:t>2021/10/7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3CF5A-C9FB-4C54-80FE-80C82AC7D97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450881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F88B0-6C22-484C-8186-B402F5BF98AC}" type="datetime1">
              <a:rPr lang="zh-TW" altLang="en-US" smtClean="0"/>
              <a:t>2021/10/7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3CF5A-C9FB-4C54-80FE-80C82AC7D97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964540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" y="0"/>
            <a:ext cx="914197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676954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367620-47F8-4E35-A008-F1AEC5A07F29}" type="datetime1">
              <a:rPr lang="zh-TW" altLang="en-US" smtClean="0"/>
              <a:t>2021/10/7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63CF5A-C9FB-4C54-80FE-80C82AC7D97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50681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628650" y="2667066"/>
            <a:ext cx="6858000" cy="599836"/>
          </a:xfrm>
        </p:spPr>
        <p:txBody>
          <a:bodyPr/>
          <a:lstStyle/>
          <a:p>
            <a:endParaRPr lang="zh-TW" altLang="en-US" dirty="0"/>
          </a:p>
        </p:txBody>
      </p:sp>
      <p:sp>
        <p:nvSpPr>
          <p:cNvPr id="6" name="文字方塊 5"/>
          <p:cNvSpPr txBox="1"/>
          <p:nvPr/>
        </p:nvSpPr>
        <p:spPr>
          <a:xfrm>
            <a:off x="614145" y="5007741"/>
            <a:ext cx="36584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簡報人</a:t>
            </a:r>
            <a:r>
              <a:rPr lang="en-US" altLang="zh-TW" sz="2000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:OOO</a:t>
            </a:r>
            <a:endParaRPr lang="zh-TW" altLang="en-US" sz="2000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CF2BE-CF53-46B6-8915-BFF8EE324195}" type="datetime1">
              <a:rPr lang="zh-TW" altLang="en-US" smtClean="0"/>
              <a:t>2021/10/7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106179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分隔頁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850107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3CF5A-C9FB-4C54-80FE-80C82AC7D972}" type="slidenum">
              <a:rPr lang="zh-TW" altLang="en-US" smtClean="0"/>
              <a:pPr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50748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2660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</TotalTime>
  <Words>8</Words>
  <Application>Microsoft Office PowerPoint</Application>
  <PresentationFormat>如螢幕大小 (4:3)</PresentationFormat>
  <Paragraphs>4</Paragraphs>
  <Slides>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10" baseType="lpstr">
      <vt:lpstr>微軟正黑體</vt:lpstr>
      <vt:lpstr>新細明體</vt:lpstr>
      <vt:lpstr>Arial</vt:lpstr>
      <vt:lpstr>Calibri</vt:lpstr>
      <vt:lpstr>Calibri Light</vt:lpstr>
      <vt:lpstr>Office 佈景主題</vt:lpstr>
      <vt:lpstr>PowerPoint 簡報</vt:lpstr>
      <vt:lpstr>分隔頁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Cindy Lin(林孟慧)</dc:creator>
  <cp:lastModifiedBy>Cindy Lin(林孟慧)</cp:lastModifiedBy>
  <cp:revision>6</cp:revision>
  <dcterms:created xsi:type="dcterms:W3CDTF">2021-08-10T03:16:20Z</dcterms:created>
  <dcterms:modified xsi:type="dcterms:W3CDTF">2021-10-07T03:51:08Z</dcterms:modified>
</cp:coreProperties>
</file>